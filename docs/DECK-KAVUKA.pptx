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657600"/>
            <a:ext cx="10972800" cy="7315200"/>
          </a:xfrm>
          <a:prstGeom prst="ellipse">
            <a:avLst/>
          </a:prstGeom>
          <a:solidFill>
            <a:srgbClr val="FF6A00">
              <a:alpha val="15000"/>
            </a:srgbClr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5029200"/>
            <a:ext cx="9144000" cy="5486400"/>
          </a:xfrm>
          <a:prstGeom prst="ellipse">
            <a:avLst/>
          </a:prstGeom>
          <a:solidFill>
            <a:srgbClr val="FFCC00">
              <a:alpha val="10000"/>
            </a:srgbClr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94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106984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698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17320" y="594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Experts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plataforma KYID do RH brasileiro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371600" cy="3657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KYC é para bancos, a KYID é para você.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RH hoje funciona em modo 1990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problemas estruturais que custam contratações ruins, turnover e marca empregadora fraca.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2697480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Currículo é teatro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palavras-chave que não falam nada sobre quem a pessoa é.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6517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651760"/>
            <a:ext cx="2697480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52044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Decisão é intuição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4297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inconsciente, alto turnover, custo absurdo.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6517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651760"/>
            <a:ext cx="2697480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35508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Candidato é número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4297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disengagement, marca empregadora ruim, abandono.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265176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961120" y="2651760"/>
            <a:ext cx="2697480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189720" y="3657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Avaliação fica retida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89720" y="4297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refaz tudo do zero no próximo processo.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Experts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 é mais um ATS.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primeiro ATS analítico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identidade comportamental portátil.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8229600" cy="54864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12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KYID</a:t>
            </a:r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inteligente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KYID — Conheça Sua Identidade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sigla revolucionária paralela a duas que o mercado já entende.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KYC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Your Customer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verificam clientes.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74320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KYE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177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Your Employee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verificam funcionários.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83880" y="2743200"/>
            <a:ext cx="3657600" cy="2743200"/>
          </a:xfrm>
          <a:prstGeom prst="rect">
            <a:avLst/>
          </a:prstGeom>
          <a:solidFill>
            <a:srgbClr val="0A0A0B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KYID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45820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Your Identity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820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identidade comportamental, sua, permanente, portátil.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sigla do RH onde o candidato é o protagonista.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o candidato vive a KYID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coisas que ele recebe — e que nenhum ATS comum dá.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54864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🪪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 permanente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0358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própria identidade comportamental.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9000"/>
            <a:ext cx="54864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290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0876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 code escaneável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8130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valida com a câmera.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06240"/>
            <a:ext cx="54864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06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0876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Portátil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5902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pra qualquer empresa onde a Kavuka chegar.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983480"/>
            <a:ext cx="54864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83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08760" y="5074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Aprofundável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53675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nova avaliação enriquece a KYID.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760720"/>
            <a:ext cx="54864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760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508760" y="5852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Privacidade granular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08760" y="61447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controla o que compartilha.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cresce sozinha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rede do KYID — duplo lado, alavanca exponencial.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3657600" cy="274320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43200"/>
            <a:ext cx="3657600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empresas Kavuka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Mais valor pra cada KYID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743200"/>
            <a:ext cx="3657600" cy="274320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743200"/>
            <a:ext cx="3657600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61772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candidatos com KYID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Mais empresas querem entrar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3657600" cy="274320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2743200"/>
            <a:ext cx="3657600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45820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Engajamento alto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tem incentivo direto pra completar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 sozinha.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instrumentos comportamentais por candidato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camadas científicas. O ATS comum entrega zero.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548640" cy="59436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1 — Base científica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IPIP-NEO-120 · Big Five curto · MBTI-like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36976"/>
            <a:ext cx="5486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3697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2 — Comportamento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23697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adaptado · Label GUÉP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67912"/>
            <a:ext cx="5486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8679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3 — Performance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86791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adaptado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498848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498848"/>
            <a:ext cx="548640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988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988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4 — Risco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4988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Triad · Hogan adaptado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129784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129784"/>
            <a:ext cx="5486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1297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51297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5 — Identidade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512978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Arquétipos (Jung) · Eneagrama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760720"/>
            <a:ext cx="5486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60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8720" y="5760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Camada 6 — Síntese GUÉP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57607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Humano · Avaliação contínua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dash que ninguém mais entrega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capacidades que viram diferencial competitivo na hora do pitch.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interativo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99008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candidato × empresa, fit logístico nativo.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6499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456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 Humano explicável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7490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aberto, peso por instrumento, sem caixa-preta.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23944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2394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4215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Drill-down por instrumento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5079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Five com facetas, MBTI com magnitude, Eneagrama com tipo.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82896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828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463040" y="4974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Linguagem responsável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2669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 e crescimento — sinalização, nunca diagnóstico clínico.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641848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4184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463040" y="5733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Vocabulário clínico bloqueado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60258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teste automatizado. CFP-friendly, blindagem legal.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vaga publicada ao Kanban — em automático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8 ferramentas, 3 planilhas, 12 e-mails. Agora: uma tela.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publica vaga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33372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43100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310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51660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em /carreiras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32404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42132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2132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50692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aplica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1436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41164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1164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49724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no Kanban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0468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40196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0196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048756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arrasta etapas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29500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39228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9228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47788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avaliação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8532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938260" y="2926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3826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846820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KYID prontos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227564" y="3566160"/>
            <a:ext cx="10058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337292" y="2926080"/>
            <a:ext cx="1280160" cy="1280160"/>
          </a:xfrm>
          <a:prstGeom prst="ellipse">
            <a:avLst/>
          </a:prstGeom>
          <a:solidFill>
            <a:srgbClr val="FF6A00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7292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10245852" y="4343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com dados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8 ferramentas + 3 planilhas + 12 e-mails. Agora: uma tela.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Pediram um perfil específico? 30 segundos.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nativos por traço comportamental. Nenhum ATS no mercado entrega isso.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3035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DA LIDERANÇA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dá uma pessoa amável que serve pra atendimento operacional."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aplicados em segundos: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Five → Amabilidade: Alto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Five → Conscienciosidade: Alto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Cidade: São Paulo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Humano mínimo: 70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697480"/>
            <a:ext cx="5669280" cy="3291840"/>
          </a:xfrm>
          <a:prstGeom prst="rect">
            <a:avLst/>
          </a:prstGeom>
          <a:solidFill>
            <a:srgbClr val="0A0A0B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3154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candidatos top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Carolina Silva    Score 92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Ferreira       Score 81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663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Oliveira         Score 73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21208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pronta em 30 segundos.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que ATS nenhum tem.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a gestora de RH usa, no dia a dia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cenários reais que cabem em uma manhã.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Abre vaga nova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05409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em /carreiras com 1 clique. Divulga no LinkedIn.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Recebe sem fazer nada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813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caem direto no Kanban da vaga.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279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Triagem matinal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5720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 cards, abre perfil 360°, envia avaliação por WhatsApp.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28616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065776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5038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Banco de talentos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3309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pede perfil amável → filtra → indica em segundos.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687568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824728"/>
            <a:ext cx="457200" cy="45720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24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5797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Apresenta pra liderança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608990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PDF da KYID (1 página com QR) → decisão em 5 minutos.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não é checkbox — é design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aplicada na arquitetura, não como afterthought.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52928"/>
            <a:ext cx="1188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art. 7º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761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Consentimento explícito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05409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dedicado antes de iniciar avaliação.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11880"/>
            <a:ext cx="1188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art. 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Direito de contestação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11680" y="38130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visível em toda página de resultado.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370832"/>
            <a:ext cx="1188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708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CFP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Vocabulário clínico bloqueado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11680" y="457200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automatizado rejeita build se aparecer.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28616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129784"/>
            <a:ext cx="1188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29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auditoria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5038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Retenção controlada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011680" y="533095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avaliação carrega data_retention_until.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687568"/>
            <a:ext cx="11247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888736"/>
            <a:ext cx="11887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88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5797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Privacidade granular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011680" y="608990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escolhe quais camadas torna públicas.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Onde estamos. Onde vamos.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atual em produção, próximas semanas em construção, roadmap mapeado.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06040"/>
            <a:ext cx="3657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v0.1 EM PRODUÇÃO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Hoje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7490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completo (vagas, candidatos, kanban)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IPIP-NEO-120 real (120 itens)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Humano sintetizando 12 instrumentos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KYID com selo + QR + PDF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Dashboard 360°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 com distância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 com filtros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clínica blindada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60604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v0.2 PRÓXIMAS SEMANAS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Em construção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2 da pesquisa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DISC, Label, Gallup, Dark Triad, Hogan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Carreiras públicas /carreiras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Auto-cadastro de candidato + CV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granular do KYID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KYID v1 → v2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260604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2606040"/>
            <a:ext cx="365760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 ROADMAP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🌅  Próximos meses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37490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microsserviços reais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Kavuka (trilhas)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Broker (monetização)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psicométrica BR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conversacional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com assinatura criptográfica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9144000" cy="7315200"/>
          </a:xfrm>
          <a:prstGeom prst="ellipse">
            <a:avLst/>
          </a:prstGeom>
          <a:solidFill>
            <a:srgbClr val="FF6A00">
              <a:alpha val="12000"/>
            </a:srgbClr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solidFill>
            <a:srgbClr val="0A0A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669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Kavuka KYID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75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Sua Identidade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 ontem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coisas que precisam acontecer já.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fluxo com 3 gestores de RH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1821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piloto: GUÉP interno vira case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58184"/>
            <a:ext cx="11247120" cy="50292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7581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INPI da marca KYID — antes de qualquer divulgação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334256"/>
            <a:ext cx="11247120" cy="50292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98264"/>
            <a:ext cx="384048" cy="384048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3342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aquisição focada em varejo, atendimento, logística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910328"/>
            <a:ext cx="11247120" cy="502920"/>
          </a:xfrm>
          <a:prstGeom prst="rect">
            <a:avLst/>
          </a:prstGeom>
          <a:solidFill>
            <a:srgbClr val="131319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974336"/>
            <a:ext cx="384048" cy="384048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910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profissionais de psicologia organizacional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131319"/>
          </a:solidFill>
          <a:ln w="19050">
            <a:solidFill>
              <a:srgbClr val="FF6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Currículo é o que você diz que fez.  </a:t>
            </a:r>
            <a:pPr algn="ctr" indent="0" marL="0">
              <a:buNone/>
            </a:pPr>
            <a:r>
              <a:rPr lang="en-US" sz="1800" b="1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KYID é quem você é.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Kavuka KYID — Apresentação Comercial</dc:title>
  <dc:subject>PptxGenJS Presentation</dc:subject>
  <dc:creator>Kavuka Experts</dc:creator>
  <cp:lastModifiedBy>Kavuka Experts</cp:lastModifiedBy>
  <cp:revision>1</cp:revision>
  <dcterms:created xsi:type="dcterms:W3CDTF">2026-05-05T04:48:46Z</dcterms:created>
  <dcterms:modified xsi:type="dcterms:W3CDTF">2026-05-05T04:48:46Z</dcterms:modified>
</cp:coreProperties>
</file>